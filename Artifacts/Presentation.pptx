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65" r:id="rId6"/>
    <p:sldId id="259" r:id="rId7"/>
    <p:sldId id="261" r:id="rId8"/>
    <p:sldId id="260" r:id="rId9"/>
    <p:sldId id="266" r:id="rId10"/>
    <p:sldId id="263" r:id="rId11"/>
    <p:sldId id="264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96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3EE462-6721-4581-BB00-0C74196388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94FFD50-F04B-4BBA-8388-B97436E5E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01D61E-3F5B-44D7-A284-19A185ECA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983B-80E1-46EB-9963-C087A6E8390A}" type="datetimeFigureOut">
              <a:rPr lang="ru-RU" smtClean="0"/>
              <a:t>18.06.2020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356FA4-5CD5-40B1-AC6F-FBEE722FF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5B3F58-A875-4A3F-B234-098F8EF6F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29C9A-DB07-463C-BCFD-0692CE56A2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9933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959695-A4D1-485B-B645-CE3339990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E6CEA0-C9E0-47C9-9D5F-A1C8394D1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AB2E32-2924-4D70-BBD3-6364CD35D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983B-80E1-46EB-9963-C087A6E8390A}" type="datetimeFigureOut">
              <a:rPr lang="ru-RU" smtClean="0"/>
              <a:t>18.06.2020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55C6E8-2201-48C9-B15D-31F3F402F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3F8881-7639-4D36-960D-E8903E8FB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29C9A-DB07-463C-BCFD-0692CE56A2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8289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41BB39-7A3A-4AC3-8C47-CFAE92D97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A8C0A23-2591-4831-A228-47AEEBFA1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AD8D9E-2546-4F6B-8240-103CFEDBC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983B-80E1-46EB-9963-C087A6E8390A}" type="datetimeFigureOut">
              <a:rPr lang="ru-RU" smtClean="0"/>
              <a:t>18.06.2020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D28244-0FA9-404A-8E85-1806B6FB8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BB0400-F31B-49FC-B804-13D01388B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29C9A-DB07-463C-BCFD-0692CE56A2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3649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F4800F-729E-4FA7-B9D4-823A48C9A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7896EF-FB6A-4A69-8A7C-E345916499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06D4887-D625-4772-A77C-6279D7517E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36E7EA2-9658-40BE-97C4-3D333F548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983B-80E1-46EB-9963-C087A6E8390A}" type="datetimeFigureOut">
              <a:rPr lang="ru-RU" smtClean="0"/>
              <a:t>18.06.2020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D754FB-EF37-4B28-A2D9-977E55A25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7F4BE4-0F86-42F7-938F-53D29651E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29C9A-DB07-463C-BCFD-0692CE56A2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2907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658F38-CEFB-426F-9F67-7D9E8F6E1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8EE2F5-D51A-4DDF-9090-71EB9C5C9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32D6568-6F58-455B-B03B-96068CBD9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0F8E61-77EC-4564-A835-853CDB92E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B26392E-E6D6-49B7-9BFA-A416AEA371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CAA58FB-19AE-42F8-939A-D57A21BBA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983B-80E1-46EB-9963-C087A6E8390A}" type="datetimeFigureOut">
              <a:rPr lang="ru-RU" smtClean="0"/>
              <a:t>18.06.2020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51F99BA-C264-4658-9366-F368225CB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2BA5517-4403-4713-92D1-10795750D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29C9A-DB07-463C-BCFD-0692CE56A2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6620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F2570E-99DC-4F94-B32A-2B36B37A8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1F552CC-0481-499B-87C7-873A7DC78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983B-80E1-46EB-9963-C087A6E8390A}" type="datetimeFigureOut">
              <a:rPr lang="ru-RU" smtClean="0"/>
              <a:t>18.06.2020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6EB6E92-C0D3-4DB6-A69E-55C3A4343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1654A61-FEEC-40AF-A754-405E3F067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29C9A-DB07-463C-BCFD-0692CE56A2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3939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0DB2C4-6C92-4CC4-9733-640531BE9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983B-80E1-46EB-9963-C087A6E8390A}" type="datetimeFigureOut">
              <a:rPr lang="ru-RU" smtClean="0"/>
              <a:t>18.06.2020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2F50D22-EE73-4ECC-98C2-B8E1DF9BD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90E67B-80F5-4A40-9E90-DE15D37D2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29C9A-DB07-463C-BCFD-0692CE56A2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4695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F7B645-88FB-425E-9B42-23F224B49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BBB14E-AC87-479D-B555-5FF763225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937BD4B-6E88-4EC0-88E9-EB299C94EA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D69D520-CCFC-4F8B-ADCA-D00801655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983B-80E1-46EB-9963-C087A6E8390A}" type="datetimeFigureOut">
              <a:rPr lang="ru-RU" smtClean="0"/>
              <a:t>18.06.2020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36E4554-80B4-47B2-9B7E-A3F15678E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A17C1E-4090-46E2-9A02-55F4A37A8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29C9A-DB07-463C-BCFD-0692CE56A2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584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445FC4-6936-4026-901F-4BD58F03E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7BCAAC9-1F0E-4625-B6D3-264FFAB3FC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3E6FA0B-58A9-46EA-A02A-7CCAD974A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B3D31C9-1613-4433-AEED-C32A495B2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983B-80E1-46EB-9963-C087A6E8390A}" type="datetimeFigureOut">
              <a:rPr lang="ru-RU" smtClean="0"/>
              <a:t>18.06.2020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F270BDA-6BBB-40FB-BB74-47E7D1386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C07C02-7491-49E7-9E80-4E1AAA741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29C9A-DB07-463C-BCFD-0692CE56A2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1615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629075-07F3-41F9-A2F1-AB1808F34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CDCF1F5-4600-4D24-9466-78F74ABA6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688EF2-217A-4990-8557-04D4784FC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983B-80E1-46EB-9963-C087A6E8390A}" type="datetimeFigureOut">
              <a:rPr lang="ru-RU" smtClean="0"/>
              <a:t>18.06.2020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6B0557-F6D3-43C1-8E0C-BBBA4F4FF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FA50E9-3594-46E1-8A86-CC222812C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29C9A-DB07-463C-BCFD-0692CE56A2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3208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F05C1A1-44F2-4961-A441-D9FE4CCBE8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8EA9D1-12EA-4307-9CF4-0154359C0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22641EC-B8E9-49B8-820C-22EB7F982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983B-80E1-46EB-9963-C087A6E8390A}" type="datetimeFigureOut">
              <a:rPr lang="ru-RU" smtClean="0"/>
              <a:t>18.06.2020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D6DBA4-D8AA-42A1-AA19-3ABB7EECA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8C99DD-F9F1-4A39-9383-CA4855C2F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29C9A-DB07-463C-BCFD-0692CE56A2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1275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A91111-E39F-4828-99F1-DC64DCBB8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3A3739-1BD3-4CB1-9F78-6EC7E36E0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049D7F-0A0A-4963-BC6C-F8DFF6BEE6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7983B-80E1-46EB-9963-C087A6E8390A}" type="datetimeFigureOut">
              <a:rPr lang="ru-RU" smtClean="0"/>
              <a:t>18.06.2020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BC65D0-9086-4F49-B6CD-AB61CD701A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E4F213-FA58-471B-884A-3BFA74EDF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029C9A-DB07-463C-BCFD-0692CE56A2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764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E8E7D6-DD81-454A-89CC-8EA2507459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Infotecs Magazine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DDF9BB-938C-44EF-9440-854535229C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fontAlgn="base"/>
            <a:r>
              <a:rPr lang="ru-RU" dirty="0"/>
              <a:t>Блог-платформа компании </a:t>
            </a:r>
            <a:r>
              <a:rPr lang="en-US" dirty="0"/>
              <a:t>Infotecs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0624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B42569-8F84-472A-A291-513313BB426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245382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Описание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9785FA-0B54-472C-AE34-FC46F11E739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Платформа предназначена для публикации статей сотрудниками компании </a:t>
            </a:r>
            <a:r>
              <a:rPr lang="en-US" dirty="0"/>
              <a:t>Infotecs.</a:t>
            </a:r>
            <a:r>
              <a:rPr lang="ru-RU" dirty="0"/>
              <a:t> Система предоставляет механизм управления статьями: создание, редактирование и удаление статьи. Пользователям, не являющиеся сотрудниками компании предоставляется доступ к статьям в режиме чтения. Обратная связь осуществляется через механизм комментариев. В данном проекте не реализована ролевая модель управления, считается, что авторизованный пользователь является сотрудником.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501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4C5A48-F6E7-41AC-9F97-011E071E4C05}"/>
              </a:ext>
            </a:extLst>
          </p:cNvPr>
          <p:cNvSpPr txBox="1">
            <a:spLocks/>
          </p:cNvSpPr>
          <p:nvPr/>
        </p:nvSpPr>
        <p:spPr>
          <a:xfrm>
            <a:off x="838200" y="24538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Технологии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2A8E83-1D25-42E2-BD3F-D8011C6FF4B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Angular</a:t>
            </a:r>
          </a:p>
          <a:p>
            <a:r>
              <a:rPr lang="en-US" dirty="0"/>
              <a:t> </a:t>
            </a:r>
            <a:r>
              <a:rPr lang="en-US" dirty="0" err="1"/>
              <a:t>WebApi</a:t>
            </a:r>
            <a:endParaRPr lang="en-US" dirty="0"/>
          </a:p>
          <a:p>
            <a:r>
              <a:rPr lang="en-US" dirty="0"/>
              <a:t> Less</a:t>
            </a:r>
          </a:p>
          <a:p>
            <a:r>
              <a:rPr lang="en-US" dirty="0"/>
              <a:t> </a:t>
            </a:r>
            <a:r>
              <a:rPr lang="en-US" dirty="0" err="1"/>
              <a:t>SignalR</a:t>
            </a:r>
            <a:endParaRPr lang="en-US" dirty="0"/>
          </a:p>
          <a:p>
            <a:r>
              <a:rPr lang="en-US" dirty="0"/>
              <a:t> Docker</a:t>
            </a:r>
          </a:p>
          <a:p>
            <a:r>
              <a:rPr lang="en-US" dirty="0"/>
              <a:t> Docker Compose</a:t>
            </a:r>
          </a:p>
        </p:txBody>
      </p:sp>
    </p:spTree>
    <p:extLst>
      <p:ext uri="{BB962C8B-B14F-4D97-AF65-F5344CB8AC3E}">
        <p14:creationId xmlns:p14="http://schemas.microsoft.com/office/powerpoint/2010/main" val="2368380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карта&#10;&#10;Автоматически созданное описание">
            <a:extLst>
              <a:ext uri="{FF2B5EF4-FFF2-40B4-BE49-F238E27FC236}">
                <a16:creationId xmlns:a16="http://schemas.microsoft.com/office/drawing/2014/main" id="{4C201C36-AC2D-4862-B4D4-21485ECB7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41" y="371431"/>
            <a:ext cx="11177518" cy="6486569"/>
          </a:xfrm>
          <a:prstGeom prst="rect">
            <a:avLst/>
          </a:prstGeom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ADE6BF-E25D-4A58-B47C-D89E392F4321}"/>
              </a:ext>
            </a:extLst>
          </p:cNvPr>
          <p:cNvSpPr txBox="1">
            <a:spLocks/>
          </p:cNvSpPr>
          <p:nvPr/>
        </p:nvSpPr>
        <p:spPr>
          <a:xfrm>
            <a:off x="838200" y="113114"/>
            <a:ext cx="10515600" cy="150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Диаграмма компонентов сервера</a:t>
            </a:r>
          </a:p>
        </p:txBody>
      </p:sp>
    </p:spTree>
    <p:extLst>
      <p:ext uri="{BB962C8B-B14F-4D97-AF65-F5344CB8AC3E}">
        <p14:creationId xmlns:p14="http://schemas.microsoft.com/office/powerpoint/2010/main" val="3171885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карта&#10;&#10;Автоматически созданное описание">
            <a:extLst>
              <a:ext uri="{FF2B5EF4-FFF2-40B4-BE49-F238E27FC236}">
                <a16:creationId xmlns:a16="http://schemas.microsoft.com/office/drawing/2014/main" id="{FBB7E11C-DD05-40C5-847E-EC257ACA54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409" y="432970"/>
            <a:ext cx="11539182" cy="6425030"/>
          </a:xfrm>
          <a:prstGeom prst="rect">
            <a:avLst/>
          </a:prstGeom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1578CC6-17C1-461B-97B7-FAE8487C6F6B}"/>
              </a:ext>
            </a:extLst>
          </p:cNvPr>
          <p:cNvSpPr txBox="1">
            <a:spLocks/>
          </p:cNvSpPr>
          <p:nvPr/>
        </p:nvSpPr>
        <p:spPr>
          <a:xfrm>
            <a:off x="838200" y="113114"/>
            <a:ext cx="10515600" cy="150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Диаграмма компонентов клиента</a:t>
            </a:r>
          </a:p>
        </p:txBody>
      </p:sp>
    </p:spTree>
    <p:extLst>
      <p:ext uri="{BB962C8B-B14F-4D97-AF65-F5344CB8AC3E}">
        <p14:creationId xmlns:p14="http://schemas.microsoft.com/office/powerpoint/2010/main" val="1539435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0B30644D-DD93-4A34-B695-A0ED96DAB5DA}"/>
              </a:ext>
            </a:extLst>
          </p:cNvPr>
          <p:cNvSpPr txBox="1">
            <a:spLocks/>
          </p:cNvSpPr>
          <p:nvPr/>
        </p:nvSpPr>
        <p:spPr>
          <a:xfrm>
            <a:off x="838200" y="113114"/>
            <a:ext cx="10515600" cy="150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Диаграмма последовательности «Создание статьи»</a:t>
            </a:r>
          </a:p>
        </p:txBody>
      </p:sp>
      <p:pic>
        <p:nvPicPr>
          <p:cNvPr id="4" name="Рисунок 3" descr="Изображение выглядит как карта&#10;&#10;Автоматически созданное описание">
            <a:extLst>
              <a:ext uri="{FF2B5EF4-FFF2-40B4-BE49-F238E27FC236}">
                <a16:creationId xmlns:a16="http://schemas.microsoft.com/office/drawing/2014/main" id="{EF2B9186-FAD2-47C3-BB9F-C8583909C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737" y="423862"/>
            <a:ext cx="9534525" cy="601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655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20EFE4B8-34BE-4406-AC91-55B88FE73934}"/>
              </a:ext>
            </a:extLst>
          </p:cNvPr>
          <p:cNvSpPr txBox="1">
            <a:spLocks/>
          </p:cNvSpPr>
          <p:nvPr/>
        </p:nvSpPr>
        <p:spPr>
          <a:xfrm>
            <a:off x="838200" y="113114"/>
            <a:ext cx="10515600" cy="150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Диаграмма последовательности «Обновление статьи»</a:t>
            </a:r>
          </a:p>
        </p:txBody>
      </p:sp>
      <p:pic>
        <p:nvPicPr>
          <p:cNvPr id="5" name="Рисунок 4" descr="Изображение выглядит как снимок экрана, карта&#10;&#10;Автоматически созданное описание">
            <a:extLst>
              <a:ext uri="{FF2B5EF4-FFF2-40B4-BE49-F238E27FC236}">
                <a16:creationId xmlns:a16="http://schemas.microsoft.com/office/drawing/2014/main" id="{3CA9D91B-48D4-4164-99C4-EF87348D5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737" y="423862"/>
            <a:ext cx="9534525" cy="601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582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2E2CEF7B-A522-4B7C-8AA3-0594BAB4855B}"/>
              </a:ext>
            </a:extLst>
          </p:cNvPr>
          <p:cNvSpPr txBox="1">
            <a:spLocks/>
          </p:cNvSpPr>
          <p:nvPr/>
        </p:nvSpPr>
        <p:spPr>
          <a:xfrm>
            <a:off x="838200" y="113114"/>
            <a:ext cx="10515600" cy="150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Диаграмма последовательности «Удаление статьи»</a:t>
            </a:r>
          </a:p>
        </p:txBody>
      </p:sp>
      <p:pic>
        <p:nvPicPr>
          <p:cNvPr id="5" name="Рисунок 4" descr="Изображение выглядит как карта&#10;&#10;Автоматически созданное описание">
            <a:extLst>
              <a:ext uri="{FF2B5EF4-FFF2-40B4-BE49-F238E27FC236}">
                <a16:creationId xmlns:a16="http://schemas.microsoft.com/office/drawing/2014/main" id="{D47A3476-2410-4C6E-8A15-9462DC00B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737" y="423862"/>
            <a:ext cx="9534525" cy="601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295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74A69-4FAA-4252-8463-69CF269DC1EB}"/>
              </a:ext>
            </a:extLst>
          </p:cNvPr>
          <p:cNvSpPr txBox="1">
            <a:spLocks/>
          </p:cNvSpPr>
          <p:nvPr/>
        </p:nvSpPr>
        <p:spPr>
          <a:xfrm>
            <a:off x="838200" y="113114"/>
            <a:ext cx="10515600" cy="150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/>
              <a:t>Диаграмма последовательности «Создание комментария»</a:t>
            </a:r>
            <a:endParaRPr lang="ru-RU" b="1" dirty="0"/>
          </a:p>
        </p:txBody>
      </p:sp>
      <p:pic>
        <p:nvPicPr>
          <p:cNvPr id="5" name="Рисунок 4" descr="Изображение выглядит как карта&#10;&#10;Автоматически созданное описание">
            <a:extLst>
              <a:ext uri="{FF2B5EF4-FFF2-40B4-BE49-F238E27FC236}">
                <a16:creationId xmlns:a16="http://schemas.microsoft.com/office/drawing/2014/main" id="{A8A31E1E-E6C2-4A98-9AF7-8BFDAA038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737" y="423862"/>
            <a:ext cx="9534525" cy="601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181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2DD2FC29-EFA1-446E-A34F-3645588B21EB}"/>
              </a:ext>
            </a:extLst>
          </p:cNvPr>
          <p:cNvSpPr txBox="1">
            <a:spLocks/>
          </p:cNvSpPr>
          <p:nvPr/>
        </p:nvSpPr>
        <p:spPr>
          <a:xfrm>
            <a:off x="1524000" y="1108364"/>
            <a:ext cx="9144000" cy="24015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Демонстрация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D8193A43-38DC-4470-961D-7A1CA92780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0" y="5429251"/>
            <a:ext cx="8215313" cy="1074160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Исходный код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https://github.com/HelenMakarchuk/Infotecs.Tasks/tree/Task_3</a:t>
            </a:r>
            <a:endParaRPr lang="ru-RU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6060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BADAB6-E74B-4A07-9FCF-487C056E0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08364"/>
            <a:ext cx="9144000" cy="2401599"/>
          </a:xfrm>
        </p:spPr>
        <p:txBody>
          <a:bodyPr/>
          <a:lstStyle/>
          <a:p>
            <a:r>
              <a:rPr lang="ru-RU" dirty="0"/>
              <a:t>Спасибо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7A894F1-5EE0-4426-86C4-DD7843F95E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82291"/>
            <a:ext cx="9144000" cy="1475508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chemeClr val="bg1">
                    <a:lumMod val="50000"/>
                  </a:schemeClr>
                </a:solidFill>
              </a:rPr>
              <a:t>Вопросы</a:t>
            </a:r>
            <a:endParaRPr lang="ru-RU" sz="3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43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123</Words>
  <Application>Microsoft Office PowerPoint</Application>
  <PresentationFormat>Широкоэкранный</PresentationFormat>
  <Paragraphs>22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Infotecs Magazine</vt:lpstr>
      <vt:lpstr>Описание системы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Infotecs Magazine</dc:title>
  <dc:creator>Helena</dc:creator>
  <cp:lastModifiedBy>Helena</cp:lastModifiedBy>
  <cp:revision>15</cp:revision>
  <dcterms:created xsi:type="dcterms:W3CDTF">2020-06-10T12:44:45Z</dcterms:created>
  <dcterms:modified xsi:type="dcterms:W3CDTF">2020-06-18T10:47:07Z</dcterms:modified>
</cp:coreProperties>
</file>