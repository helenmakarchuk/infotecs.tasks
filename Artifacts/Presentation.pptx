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2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E462-6721-4581-BB00-0C7419638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FFD50-F04B-4BBA-8388-B97436E5E8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01D61E-3F5B-44D7-A284-19A185ECA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356FA4-5CD5-40B1-AC6F-FBEE722F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B3F58-A875-4A3F-B234-098F8EF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9695-A4D1-485B-B645-CE333999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E6CEA0-C9E0-47C9-9D5F-A1C8394D1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AB2E32-2924-4D70-BBD3-6364CD35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55C6E8-2201-48C9-B15D-31F3F402F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3F8881-7639-4D36-960D-E8903E8F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28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41BB39-7A3A-4AC3-8C47-CFAE92D9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C0A23-2591-4831-A228-47AEEBFA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AD8D9E-2546-4F6B-8240-103CFEDB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D28244-0FA9-404A-8E85-1806B6FB8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BB0400-F31B-49FC-B804-13D01388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64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4800F-729E-4FA7-B9D4-823A48C9A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7896EF-FB6A-4A69-8A7C-E34591649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D4887-D625-4772-A77C-6279D7517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6E7EA2-9658-40BE-97C4-3D333F54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D754FB-EF37-4B28-A2D9-977E55A2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7F4BE4-0F86-42F7-938F-53D29651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907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58F38-CEFB-426F-9F67-7D9E8F6E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8EE2F5-D51A-4DDF-9090-71EB9C5C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2D6568-6F58-455B-B03B-96068CBD9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0F8E61-77EC-4564-A835-853CDB92E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26392E-E6D6-49B7-9BFA-A416AEA371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CAA58FB-19AE-42F8-939A-D57A21BBA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51F99BA-C264-4658-9366-F368225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BA5517-4403-4713-92D1-10795750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62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2570E-99DC-4F94-B32A-2B36B37A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552CC-0481-499B-87C7-873A7DC7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6EB6E92-C0D3-4DB6-A69E-55C3A434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654A61-FEEC-40AF-A754-405E3F067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0DB2C4-6C92-4CC4-9733-640531BE9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2F50D22-EE73-4ECC-98C2-B8E1DF9B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0E67B-80F5-4A40-9E90-DE15D37D2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69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7B645-88FB-425E-9B42-23F224B4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BB14E-AC87-479D-B555-5FF76322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37BD4B-6E88-4EC0-88E9-EB299C94E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9D520-CCFC-4F8B-ADCA-D00801655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6E4554-80B4-47B2-9B7E-A3F15678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17C1E-4090-46E2-9A02-55F4A37A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8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45FC4-6936-4026-901F-4BD58F03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BCAAC9-1F0E-4625-B6D3-264FFAB3FC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E6FA0B-58A9-46EA-A02A-7CCAD974A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3D31C9-1613-4433-AEED-C32A495B2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270BDA-6BBB-40FB-BB74-47E7D138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C07C02-7491-49E7-9E80-4E1AAA74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161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629075-07F3-41F9-A2F1-AB1808F3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CDCF1F5-4600-4D24-9466-78F74ABA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88EF2-217A-4990-8557-04D4784F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6B0557-F6D3-43C1-8E0C-BBBA4F4FF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A50E9-3594-46E1-8A86-CC222812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20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05C1A1-44F2-4961-A441-D9FE4CCBE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8EA9D1-12EA-4307-9CF4-0154359C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2641EC-B8E9-49B8-820C-22EB7F98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D6DBA4-D8AA-42A1-AA19-3ABB7EECA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8C99DD-F9F1-4A39-9383-CA4855C2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27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91111-E39F-4828-99F1-DC64DCBB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3A3739-1BD3-4CB1-9F78-6EC7E36E0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49D7F-0A0A-4963-BC6C-F8DFF6BEE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BC65D0-9086-4F49-B6CD-AB61CD70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4F213-FA58-471B-884A-3BFA74EDF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64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8E7D6-DD81-454A-89CC-8EA250745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Infotecs Magazine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DDF9BB-938C-44EF-9440-854535229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fontAlgn="base"/>
            <a:r>
              <a:rPr lang="ru-RU" dirty="0"/>
              <a:t>Блог-платформа компании </a:t>
            </a:r>
            <a:r>
              <a:rPr lang="en-US" dirty="0"/>
              <a:t>Infotecs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6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42569-8F84-472A-A291-513313BB42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45382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Описание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785FA-0B54-472C-AE34-FC46F11E739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Платформа предназначена для публикации статей сотрудниками компании </a:t>
            </a:r>
            <a:r>
              <a:rPr lang="en-US" dirty="0"/>
              <a:t>Infotecs.</a:t>
            </a:r>
            <a:r>
              <a:rPr lang="ru-RU" dirty="0"/>
              <a:t> Система предоставляет механизм управления статьями, такие создание, редактирование и удаление статьи. Пользователям, не являющиеся сотрудниками компании предоставляется доступ к статьям в режиме чтения. Обратная связь осуществляется через механизм комментариев.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950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4C5A48-F6E7-41AC-9F97-011E071E4C05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Технологии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2A8E83-1D25-42E2-BD3F-D8011C6FF4B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Angular</a:t>
            </a:r>
          </a:p>
          <a:p>
            <a:r>
              <a:rPr lang="en-US" dirty="0"/>
              <a:t> </a:t>
            </a:r>
            <a:r>
              <a:rPr lang="en-US" dirty="0" err="1"/>
              <a:t>WebApi</a:t>
            </a:r>
            <a:endParaRPr lang="en-US" dirty="0"/>
          </a:p>
          <a:p>
            <a:r>
              <a:rPr lang="en-US" dirty="0"/>
              <a:t> Less</a:t>
            </a:r>
          </a:p>
          <a:p>
            <a:r>
              <a:rPr lang="en-US" dirty="0"/>
              <a:t> </a:t>
            </a:r>
            <a:r>
              <a:rPr lang="en-US" dirty="0" err="1"/>
              <a:t>SignalR</a:t>
            </a:r>
            <a:endParaRPr lang="en-US" dirty="0"/>
          </a:p>
          <a:p>
            <a:r>
              <a:rPr lang="en-US" dirty="0"/>
              <a:t> Docker</a:t>
            </a:r>
          </a:p>
          <a:p>
            <a:r>
              <a:rPr lang="en-US" dirty="0"/>
              <a:t> Docker Compose</a:t>
            </a:r>
          </a:p>
        </p:txBody>
      </p:sp>
    </p:spTree>
    <p:extLst>
      <p:ext uri="{BB962C8B-B14F-4D97-AF65-F5344CB8AC3E}">
        <p14:creationId xmlns:p14="http://schemas.microsoft.com/office/powerpoint/2010/main" val="2368380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C201C36-AC2D-4862-B4D4-21485ECB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36" y="113114"/>
            <a:ext cx="11622643" cy="674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8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703088B6-0E56-489B-82A4-CEE62275C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655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D4CB138-DF5A-467E-9DF0-FB3D37F5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82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17C10F0C-6BB0-4224-BBAB-879BEFD5C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959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54</Words>
  <Application>Microsoft Office PowerPoint</Application>
  <PresentationFormat>Широкоэкранный</PresentationFormat>
  <Paragraphs>11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Infotecs Magazine</vt:lpstr>
      <vt:lpstr>Описание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Infotecs Magazine</dc:title>
  <dc:creator>Helena</dc:creator>
  <cp:lastModifiedBy>Helena</cp:lastModifiedBy>
  <cp:revision>9</cp:revision>
  <dcterms:created xsi:type="dcterms:W3CDTF">2020-06-10T12:44:45Z</dcterms:created>
  <dcterms:modified xsi:type="dcterms:W3CDTF">2020-06-10T13:35:26Z</dcterms:modified>
</cp:coreProperties>
</file>